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9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4" r:id="rId9"/>
    <p:sldId id="265" r:id="rId10"/>
    <p:sldId id="266" r:id="rId11"/>
    <p:sldId id="267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149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F2CD7-8E55-DED9-A02F-6586269079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79A474C-926D-B1BD-ED18-6138EA92C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192334-2C24-744E-05C1-294B4FE423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EB0F0-4B6B-7697-BE95-22BD7C223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C68C2-6703-2E4F-0C82-EA4AC503D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33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CCB11-A28F-8E53-3889-CC1B179F4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26E07-3D11-7A2A-9E87-54DC59B4C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E20CE2-0181-470C-9CC8-8C0C3E438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C05C4-B883-4580-7E7D-CB5FCCEB7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D6938B-0AC1-B92F-211B-598C26370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70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832D1-7D6B-8D92-982B-DB2F6EB1B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A52238-11AF-9FE8-E9B1-36CF79377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7E556-790E-2594-544B-23326204A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94089-ADEB-2131-4B66-63C02E569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A1A6B-5B5E-5F7C-96D7-D0B9D35D7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2799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71A3B-798F-DE10-0DFA-AF1256658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AFAF8-DFC9-8B13-4F8D-ACF741FC1B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3547D6-C49B-3B18-4F17-9CD2C4448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83D55B-1DA5-AC46-C0C7-2464B90BC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33BC98-3E6A-CFE8-A05D-E3B6AA590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25DEBC-2C3F-DB00-F7F3-1AB7262DC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0528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2173E-E262-BB48-402F-315B2D35CF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A82645-6EED-BDFA-FB40-8019C61D1A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D727EA-ACA8-BD36-C8D7-8582F9061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2317375-2805-9467-5742-499C3B89BD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BD6BFE-0A45-EDFA-C9E9-37A1F61C3B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4AA1BA-B554-72FA-A17E-8BB7776F0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0071E3E-D37F-616B-B9D6-CE5A8A0BD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A36FD9-439B-2EC7-85F7-D7F038AA4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65638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C1E4C-5726-8F4B-3970-3838803776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A491EE-BB5D-620D-5505-106C9D4E3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A38A0C-3203-9683-1521-A314E6485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3591F9-E984-CBBC-1C01-5984AFC6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246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43246B-E020-4339-FA2C-2999715C0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82A308-7319-8635-EE85-C2CA10119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84A4FB-90CB-EBAB-75BD-6A2950031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140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7770E-AB8B-7BE7-920C-1863ACE7D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4CEF17-5344-582B-E983-7C782D269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E87682-53C3-0EBB-769B-BA3C63C51D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AC5B4A-1D7C-6F1F-CC40-38BEADF08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1C44C-1183-E375-AB51-1D273C30C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B1BC0-A650-1DA1-BD40-E3DD71796E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081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42AD07-5F34-A265-858C-55481A192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7290BB-1EB4-808F-A8B7-C2A125989D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7FAF92-3793-BCCB-FD59-56ED037E7E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6A5579-7D20-1FAF-7AEE-8599DC429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E6735C-A424-74CE-82CE-AF9CC612A6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81C00B-4101-F3FA-5A5E-75965B2F1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05576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2AE2A-4558-7F17-7CC4-DB8924CD0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D4282C-C002-AE6B-BE68-FAE8EB46DF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64E60-3ABB-7EAE-F73E-FB3C9405C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DD11AA-D1E1-7562-C400-CE0F64EE2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6DDF6-1507-0ACB-A8F1-3979110528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96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2DAE86-86CB-CBFC-5490-2C64434097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16F03F-4089-32D5-9F36-81A653CB0F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3C9B6F-B487-5E26-D122-291AD33B4A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DE65B3-1800-2454-F5FF-26DDDF819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3418A-B13A-8C3D-172C-D86A8D54D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97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4B5F21-4697-B3E1-30FB-1B5B39A91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9D535-7E67-EDFC-5045-916D974EE2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AB793-0748-9243-8A7B-AA2196AF99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5BD147-D840-2D6B-82A8-70E9581435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729A0-2090-DAC0-6238-733088DE8F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4724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52" r:id="rId3"/>
    <p:sldLayoutId id="2147483753" r:id="rId4"/>
    <p:sldLayoutId id="2147483754" r:id="rId5"/>
    <p:sldLayoutId id="2147483755" r:id="rId6"/>
    <p:sldLayoutId id="2147483756" r:id="rId7"/>
    <p:sldLayoutId id="2147483757" r:id="rId8"/>
    <p:sldLayoutId id="2147483758" r:id="rId9"/>
    <p:sldLayoutId id="2147483759" r:id="rId10"/>
    <p:sldLayoutId id="2147483760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sz="3600" b="1" dirty="0">
                <a:latin typeface="+mn-lt"/>
              </a:rPr>
              <a:t>Stock Price Prediction Using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3346515"/>
            <a:ext cx="7886700" cy="283044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IN" sz="2800" dirty="0">
                <a:latin typeface="+mj-lt"/>
              </a:rPr>
              <a:t>BHARAT EGA VENKATA</a:t>
            </a:r>
          </a:p>
          <a:p>
            <a:pPr marL="0" indent="0" algn="ctr">
              <a:buNone/>
            </a:pPr>
            <a:r>
              <a:rPr lang="en-IN" sz="2800" dirty="0">
                <a:latin typeface="+mj-lt"/>
              </a:rPr>
              <a:t>U01935867</a:t>
            </a:r>
            <a:endParaRPr sz="2800" dirty="0">
              <a:latin typeface="+mj-l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4B890-632E-4A31-B649-18A097259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549AB-45FD-0698-0584-B084935E0E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Presented using data from INTC stock and trading strategy models.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We have downloaded the Data set from yahoo finance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sz="2400" dirty="0"/>
              <a:t>The main reason is to classify when to buy stocks and when to sell.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247033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Objective: Predict future stock movement using ML.</a:t>
            </a:r>
            <a:endParaRPr lang="en-IN" sz="2400" dirty="0"/>
          </a:p>
          <a:p>
            <a:pPr marL="0" indent="0">
              <a:buNone/>
            </a:pPr>
            <a:endParaRPr sz="2400" dirty="0"/>
          </a:p>
          <a:p>
            <a:r>
              <a:rPr sz="2400" dirty="0"/>
              <a:t>Dataset: INTC daily stock data (Open, High, Low, Close, Volume).</a:t>
            </a:r>
            <a:endParaRPr lang="en-IN" sz="2400" dirty="0"/>
          </a:p>
          <a:p>
            <a:pPr marL="0" indent="0">
              <a:buNone/>
            </a:pPr>
            <a:endParaRPr sz="2400" dirty="0"/>
          </a:p>
          <a:p>
            <a:r>
              <a:rPr sz="2400" dirty="0"/>
              <a:t>Tools: </a:t>
            </a:r>
            <a:r>
              <a:rPr sz="2400" dirty="0" err="1"/>
              <a:t>Colab</a:t>
            </a:r>
            <a:r>
              <a:rPr sz="2400" dirty="0"/>
              <a:t>, Pandas, Scikit-learn, Matplotlib, Seaborn.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Trading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 dirty="0"/>
              <a:t>Strategy 1: </a:t>
            </a:r>
            <a:r>
              <a:rPr lang="en-IN" sz="2400" dirty="0"/>
              <a:t>If the </a:t>
            </a:r>
            <a:r>
              <a:rPr lang="en-US" sz="2400" dirty="0"/>
              <a:t>50-Day Moving Average &gt; 200-Day Moving Average then buy the stock or else the stock should be sold.</a:t>
            </a:r>
          </a:p>
          <a:p>
            <a:pPr marL="0" indent="0">
              <a:buNone/>
            </a:pPr>
            <a:r>
              <a:rPr lang="en-US" sz="2400" dirty="0"/>
              <a:t> </a:t>
            </a:r>
            <a:endParaRPr lang="en-IN" sz="2400" dirty="0"/>
          </a:p>
          <a:p>
            <a:r>
              <a:rPr sz="2400" dirty="0"/>
              <a:t>Strategy 2: </a:t>
            </a:r>
            <a:r>
              <a:rPr lang="en-IN" sz="2400" dirty="0"/>
              <a:t>If the </a:t>
            </a:r>
            <a:r>
              <a:rPr lang="en-US" sz="2400" dirty="0"/>
              <a:t>50-Day Moving Average &gt; 200-Day Moving Average and the closing price is greater than 50 Day Moving Average then buy the stock or else the stock should be sold. </a:t>
            </a:r>
            <a:endParaRPr lang="en-IN" sz="2400" dirty="0"/>
          </a:p>
          <a:p>
            <a:endParaRPr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Model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KNN: Strategy 1 - 27.27%, Strategy 2 - 100%</a:t>
            </a:r>
            <a:endParaRPr lang="en-IN" sz="2400" dirty="0"/>
          </a:p>
          <a:p>
            <a:pPr marL="0" indent="0">
              <a:buNone/>
            </a:pPr>
            <a:endParaRPr sz="2400" dirty="0"/>
          </a:p>
          <a:p>
            <a:r>
              <a:rPr sz="2400" dirty="0"/>
              <a:t>Random Forest: Strategy 1 - 54.55%, Strategy 2 - 100%</a:t>
            </a:r>
            <a:endParaRPr lang="en-IN" sz="2400" dirty="0"/>
          </a:p>
          <a:p>
            <a:pPr marL="0" indent="0">
              <a:buNone/>
            </a:pPr>
            <a:endParaRPr sz="2400" dirty="0"/>
          </a:p>
          <a:p>
            <a:r>
              <a:rPr sz="2400" dirty="0"/>
              <a:t>Gradient Boost: Strategy 2 - 90.20% (after adjustment)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Key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Gradient Boosting outperformed all models.</a:t>
            </a:r>
            <a:endParaRPr lang="en-IN" sz="2400" dirty="0"/>
          </a:p>
          <a:p>
            <a:pPr marL="0" indent="0">
              <a:buNone/>
            </a:pPr>
            <a:endParaRPr sz="2400" dirty="0"/>
          </a:p>
          <a:p>
            <a:r>
              <a:rPr sz="2400" dirty="0"/>
              <a:t>KNN underperformed due to market data complexity.</a:t>
            </a:r>
            <a:endParaRPr lang="en-IN" sz="2400" dirty="0"/>
          </a:p>
          <a:p>
            <a:pPr marL="0" indent="0">
              <a:buNone/>
            </a:pPr>
            <a:endParaRPr sz="2400" dirty="0"/>
          </a:p>
          <a:p>
            <a:r>
              <a:rPr sz="2400" dirty="0"/>
              <a:t>Strategy 2 provided clearer trends for classification.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Visual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7760" y="1580528"/>
            <a:ext cx="7886700" cy="4351338"/>
          </a:xfrm>
        </p:spPr>
        <p:txBody>
          <a:bodyPr>
            <a:normAutofit/>
          </a:bodyPr>
          <a:lstStyle/>
          <a:p>
            <a:r>
              <a:rPr sz="2400" dirty="0"/>
              <a:t>Closing price trend and moving averages.</a:t>
            </a:r>
          </a:p>
          <a:p>
            <a:r>
              <a:rPr sz="2400" dirty="0"/>
              <a:t>Trading volume spikes and return distribution.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DE25723-9B01-B329-FDF6-F9AF40620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497987"/>
            <a:ext cx="7529069" cy="39948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643578-D111-47C9-5B9A-00F0FE0BA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810" y="1135667"/>
            <a:ext cx="8644379" cy="458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6841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D5CA636-BEA7-DAB1-CE2B-41B8F8478D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256" y="1354322"/>
            <a:ext cx="8531258" cy="4470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6922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20A4E2-E13C-72EF-8514-539E09D30E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33" y="1291471"/>
            <a:ext cx="8338734" cy="4585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66281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6D6A5D-49B9-410B-B97A-5CC41FD409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377" y="1422193"/>
            <a:ext cx="8597245" cy="42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0007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G</a:t>
            </a:r>
            <a:r>
              <a:rPr lang="en-IN" sz="2400" dirty="0" err="1"/>
              <a:t>radient</a:t>
            </a:r>
            <a:r>
              <a:rPr lang="en-IN" sz="2400" dirty="0"/>
              <a:t> Boosting Model</a:t>
            </a:r>
            <a:r>
              <a:rPr sz="2400" dirty="0"/>
              <a:t> is best suited for capturing non-linear financial patterns.</a:t>
            </a:r>
          </a:p>
          <a:p>
            <a:r>
              <a:rPr sz="2400" dirty="0"/>
              <a:t>Strong results with clean strategies and engineered features.</a:t>
            </a:r>
          </a:p>
          <a:p>
            <a:r>
              <a:rPr sz="2400" dirty="0"/>
              <a:t>Visualization crucial in understanding trading signals.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1228</TotalTime>
  <Words>257</Words>
  <Application>Microsoft Office PowerPoint</Application>
  <PresentationFormat>On-screen Show (4:3)</PresentationFormat>
  <Paragraphs>38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Stock Price Prediction Using Machine Learning</vt:lpstr>
      <vt:lpstr>INTRODUCTION</vt:lpstr>
      <vt:lpstr>Project Overview</vt:lpstr>
      <vt:lpstr>Trading Strategies</vt:lpstr>
      <vt:lpstr>Model Performance</vt:lpstr>
      <vt:lpstr>Key Observations</vt:lpstr>
      <vt:lpstr>Visual Insights</vt:lpstr>
      <vt:lpstr>PowerPoint Presentation</vt:lpstr>
      <vt:lpstr>PowerPoint Presentation</vt:lpstr>
      <vt:lpstr>PowerPoint Presentation</vt:lpstr>
      <vt:lpstr>PowerPoint Presentation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Bharat Ega</dc:creator>
  <cp:keywords/>
  <dc:description>generated using python-pptx</dc:description>
  <cp:lastModifiedBy>Bharat Ega</cp:lastModifiedBy>
  <cp:revision>5</cp:revision>
  <dcterms:created xsi:type="dcterms:W3CDTF">2013-01-27T09:14:16Z</dcterms:created>
  <dcterms:modified xsi:type="dcterms:W3CDTF">2025-05-01T20:07:13Z</dcterms:modified>
  <cp:category/>
</cp:coreProperties>
</file>